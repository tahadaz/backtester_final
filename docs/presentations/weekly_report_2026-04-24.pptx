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Weekly Report — Week ending 2026-04-24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Highlights: robustness layer, macro/factor study, app integration</a:t>
            </a:r>
          </a:p>
        </p:txBody>
      </p:sp>
      <p:pic>
        <p:nvPicPr>
          <p:cNvPr id="4" name="Picture 3" descr="backtestM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0"/>
            <a:ext cx="3200400" cy="2313296"/>
          </a:xfrm>
          <a:prstGeom prst="rect">
            <a:avLst/>
          </a:prstGeom>
        </p:spPr>
      </p:pic>
      <p:pic>
        <p:nvPicPr>
          <p:cNvPr id="5" name="Picture 4" descr="M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3657600"/>
            <a:ext cx="3200400" cy="22844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Added per-signal backtest + Monte Carlo robustness panel to signal pages</a:t>
            </a:r>
          </a:p>
          <a:p>
            <a:pPr>
              <a:defRPr sz="1800"/>
            </a:pPr>
            <a:r>
              <a:t>Completed macro/factor descriptive study for MASI (results extracted)</a:t>
            </a:r>
          </a:p>
          <a:p>
            <a:pPr>
              <a:defRPr sz="1800"/>
            </a:pPr>
            <a:r>
              <a:t>Drafted app-level factor-layer design and analytics API/frontend contract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 (concise)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ATW — US10Y: Spearman 0.009, p=0.496</a:t>
            </a:r>
          </a:p>
          <a:p>
            <a:pPr>
              <a:defRPr sz="1800"/>
            </a:pPr>
            <a:r>
              <a:t>ATW — VIX: Spearman -0.029, p=0.021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 Completed This Week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Per-signal backtest + Monte Carlo robustness UI integrated on signal pages</a:t>
            </a:r>
          </a:p>
          <a:p>
            <a:pPr>
              <a:defRPr sz="1800"/>
            </a:pPr>
            <a:r>
              <a:t>Macro/factor study executed; outputs saved under iLoveZIP_Create/factor_lab_outputs</a:t>
            </a:r>
          </a:p>
          <a:p>
            <a:pPr>
              <a:defRPr sz="1800"/>
            </a:pPr>
            <a:r>
              <a:t>Docs and app-level factor-layer design drafted (docs/factor-layer)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Add any additional symbol numbers to the PPTX if needed</a:t>
            </a:r>
          </a:p>
          <a:p>
            <a:pPr>
              <a:defRPr sz="1800"/>
            </a:pPr>
            <a:r>
              <a:t>Run unit tests for stats/alignment and ingest key macro series for validation</a:t>
            </a:r>
          </a:p>
          <a:p>
            <a:pPr>
              <a:defRPr sz="1800"/>
            </a:pPr>
            <a:r>
              <a:t>Prepare PR with code + docs for review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Artifacts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Local analysis: c:\Users\taha\Downloads\iLoveZIP_Create</a:t>
            </a:r>
          </a:p>
          <a:p>
            <a:r>
              <a:t>Extracted summary: docs/presentations/factor_summary.json</a:t>
            </a:r>
          </a:p>
          <a:p>
            <a:r>
              <a:t>PPTX output: C:\Users\taha\Downloads\backtester_signal_engine_autoaccept\docs\presentations\weekly_report_2026-04-24.pptx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